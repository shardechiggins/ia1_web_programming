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24"/>
  </p:notesMasterIdLst>
  <p:sldIdLst>
    <p:sldId id="401" r:id="rId5"/>
    <p:sldId id="412" r:id="rId6"/>
    <p:sldId id="411" r:id="rId7"/>
    <p:sldId id="416" r:id="rId8"/>
    <p:sldId id="427" r:id="rId9"/>
    <p:sldId id="428" r:id="rId10"/>
    <p:sldId id="413" r:id="rId11"/>
    <p:sldId id="415" r:id="rId12"/>
    <p:sldId id="429" r:id="rId13"/>
    <p:sldId id="414" r:id="rId14"/>
    <p:sldId id="420" r:id="rId15"/>
    <p:sldId id="417" r:id="rId16"/>
    <p:sldId id="419" r:id="rId17"/>
    <p:sldId id="422" r:id="rId18"/>
    <p:sldId id="421" r:id="rId19"/>
    <p:sldId id="425" r:id="rId20"/>
    <p:sldId id="426" r:id="rId21"/>
    <p:sldId id="423" r:id="rId22"/>
    <p:sldId id="42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0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5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2147-7860-AFA3-D1D5-0A1A5C84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44E85-19C5-CBBE-008C-8DC106E62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C9C14-B16F-746B-A5A4-FC662288A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EE122-12C4-E4F4-59B6-2E06D9A9E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2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EA5F-F1AE-11E0-8598-86DDDB1A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89773-DC50-9DE8-ACFA-A0A23532D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9B20D-550C-752B-D3C8-DFE481E4E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2D3E2-0DEC-6840-0C96-ABB45C998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5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dechiggins.github.io/IA1_Web_Programming/" TargetMode="External"/><Relationship Id="rId2" Type="http://schemas.openxmlformats.org/officeDocument/2006/relationships/hyperlink" Target="https://github.com/shardechiggins/IA1_Web_Programming" TargetMode="Externa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default.asp" TargetMode="External"/><Relationship Id="rId2" Type="http://schemas.openxmlformats.org/officeDocument/2006/relationships/hyperlink" Target="https://clickup.com/blog/ai-business-ideas/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12" y="847442"/>
            <a:ext cx="7885471" cy="4638958"/>
          </a:xfrm>
        </p:spPr>
        <p:txBody>
          <a:bodyPr/>
          <a:lstStyle/>
          <a:p>
            <a:r>
              <a:rPr lang="en-US" dirty="0"/>
              <a:t>MY STORYBOARD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58" y="4466907"/>
            <a:ext cx="6695768" cy="3508908"/>
          </a:xfrm>
        </p:spPr>
        <p:txBody>
          <a:bodyPr/>
          <a:lstStyle/>
          <a:p>
            <a:r>
              <a:rPr lang="en-US" cap="none" dirty="0">
                <a:solidFill>
                  <a:schemeClr val="bg1"/>
                </a:solidFill>
              </a:rPr>
              <a:t>Created by: Sharde Higgins</a:t>
            </a:r>
          </a:p>
          <a:p>
            <a:r>
              <a:rPr lang="en-US" cap="none" dirty="0">
                <a:solidFill>
                  <a:schemeClr val="bg1"/>
                </a:solidFill>
              </a:rPr>
              <a:t>Date: February 25, 2026</a:t>
            </a: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DC8E-2177-5EF4-60B0-B9EC00C3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DESKTOP STORYBOARD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82367-2955-F601-6814-E292835C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8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4297BAF-C2BF-D21D-B0D6-45DA1367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C1450-CEA2-BF8A-C469-B480C188B5BD}"/>
              </a:ext>
            </a:extLst>
          </p:cNvPr>
          <p:cNvSpPr/>
          <p:nvPr/>
        </p:nvSpPr>
        <p:spPr>
          <a:xfrm>
            <a:off x="147484" y="314633"/>
            <a:ext cx="11779045" cy="6302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A8EDA-4E1A-AF33-ACDA-FBB78E45596C}"/>
              </a:ext>
            </a:extLst>
          </p:cNvPr>
          <p:cNvSpPr/>
          <p:nvPr/>
        </p:nvSpPr>
        <p:spPr>
          <a:xfrm>
            <a:off x="265471" y="668594"/>
            <a:ext cx="11533239" cy="16892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8D5A6E-98F6-F1C4-126A-7B753B82F802}"/>
              </a:ext>
            </a:extLst>
          </p:cNvPr>
          <p:cNvSpPr/>
          <p:nvPr/>
        </p:nvSpPr>
        <p:spPr>
          <a:xfrm>
            <a:off x="3616911" y="773228"/>
            <a:ext cx="4746523" cy="32558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&lt;div &lt;header&gt;Name&gt;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8694A0-C0F6-E6C9-0D80-267EE13BE23F}"/>
              </a:ext>
            </a:extLst>
          </p:cNvPr>
          <p:cNvSpPr/>
          <p:nvPr/>
        </p:nvSpPr>
        <p:spPr>
          <a:xfrm>
            <a:off x="5181600" y="1304908"/>
            <a:ext cx="1297858" cy="9611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9BF7F-AF91-1995-E971-41BF57F317F5}"/>
              </a:ext>
            </a:extLst>
          </p:cNvPr>
          <p:cNvSpPr txBox="1"/>
          <p:nvPr/>
        </p:nvSpPr>
        <p:spPr>
          <a:xfrm>
            <a:off x="3077498" y="2492155"/>
            <a:ext cx="6847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&lt;div &lt;navbar&gt;About |Demographic | Resume | Contact</a:t>
            </a:r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DD5135-154F-1A8E-DE81-32122571DF60}"/>
              </a:ext>
            </a:extLst>
          </p:cNvPr>
          <p:cNvSpPr/>
          <p:nvPr/>
        </p:nvSpPr>
        <p:spPr>
          <a:xfrm>
            <a:off x="363794" y="3165987"/>
            <a:ext cx="11366090" cy="13666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C13C2C-C215-A46D-DB9F-ABFCC095FA8C}"/>
              </a:ext>
            </a:extLst>
          </p:cNvPr>
          <p:cNvSpPr/>
          <p:nvPr/>
        </p:nvSpPr>
        <p:spPr>
          <a:xfrm>
            <a:off x="363794" y="5024284"/>
            <a:ext cx="11366090" cy="13666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A208DC-F663-0A5B-A9AF-350A8DDB3E71}"/>
              </a:ext>
            </a:extLst>
          </p:cNvPr>
          <p:cNvSpPr/>
          <p:nvPr/>
        </p:nvSpPr>
        <p:spPr>
          <a:xfrm>
            <a:off x="511277" y="3283974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&lt;div &lt;main-content&gt;About 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9BC626-DB16-1495-F969-EE3B94F6D9C0}"/>
              </a:ext>
            </a:extLst>
          </p:cNvPr>
          <p:cNvSpPr/>
          <p:nvPr/>
        </p:nvSpPr>
        <p:spPr>
          <a:xfrm>
            <a:off x="452283" y="4125614"/>
            <a:ext cx="7742904" cy="1483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A36E8B-DAB7-AD22-5BC8-1A7A93B4F5EF}"/>
              </a:ext>
            </a:extLst>
          </p:cNvPr>
          <p:cNvSpPr/>
          <p:nvPr/>
        </p:nvSpPr>
        <p:spPr>
          <a:xfrm>
            <a:off x="462116" y="5132438"/>
            <a:ext cx="4257368" cy="3047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&lt;div &lt;Demographic Information&gt;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F80ED37-390C-1B78-44C9-0808BFF63C6A}"/>
              </a:ext>
            </a:extLst>
          </p:cNvPr>
          <p:cNvSpPr/>
          <p:nvPr/>
        </p:nvSpPr>
        <p:spPr>
          <a:xfrm>
            <a:off x="5449529" y="3252581"/>
            <a:ext cx="1295400" cy="806103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207479-5E44-F729-259E-C0224401FF4A}"/>
              </a:ext>
            </a:extLst>
          </p:cNvPr>
          <p:cNvSpPr/>
          <p:nvPr/>
        </p:nvSpPr>
        <p:spPr>
          <a:xfrm>
            <a:off x="452283" y="5692874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D4D64A-516F-4371-FC84-C1B71108AE97}"/>
              </a:ext>
            </a:extLst>
          </p:cNvPr>
          <p:cNvSpPr/>
          <p:nvPr/>
        </p:nvSpPr>
        <p:spPr>
          <a:xfrm>
            <a:off x="452283" y="5911537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E4E72-039A-AC1A-60C6-A2909346CEF3}"/>
              </a:ext>
            </a:extLst>
          </p:cNvPr>
          <p:cNvSpPr/>
          <p:nvPr/>
        </p:nvSpPr>
        <p:spPr>
          <a:xfrm>
            <a:off x="452283" y="6130200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D8FEBC-1586-40A6-CB1C-C10A83D5B749}"/>
              </a:ext>
            </a:extLst>
          </p:cNvPr>
          <p:cNvSpPr/>
          <p:nvPr/>
        </p:nvSpPr>
        <p:spPr>
          <a:xfrm>
            <a:off x="462116" y="4329142"/>
            <a:ext cx="7742904" cy="1483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E169EE-BDAE-74E5-5D4E-401A0039FB0E}"/>
              </a:ext>
            </a:extLst>
          </p:cNvPr>
          <p:cNvSpPr/>
          <p:nvPr/>
        </p:nvSpPr>
        <p:spPr>
          <a:xfrm>
            <a:off x="363794" y="417362"/>
            <a:ext cx="11189109" cy="1779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0A8E7C-82FF-1D23-6A33-A5535CA65C88}"/>
              </a:ext>
            </a:extLst>
          </p:cNvPr>
          <p:cNvSpPr/>
          <p:nvPr/>
        </p:nvSpPr>
        <p:spPr>
          <a:xfrm>
            <a:off x="462116" y="461797"/>
            <a:ext cx="206478" cy="9382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FBACC6-C8EF-90E0-ADC5-07C66B2185F3}"/>
              </a:ext>
            </a:extLst>
          </p:cNvPr>
          <p:cNvSpPr/>
          <p:nvPr/>
        </p:nvSpPr>
        <p:spPr>
          <a:xfrm>
            <a:off x="693175" y="468862"/>
            <a:ext cx="206478" cy="93826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C43724-447E-FA97-5B36-D43ED02B525C}"/>
              </a:ext>
            </a:extLst>
          </p:cNvPr>
          <p:cNvSpPr/>
          <p:nvPr/>
        </p:nvSpPr>
        <p:spPr>
          <a:xfrm>
            <a:off x="983227" y="459404"/>
            <a:ext cx="206478" cy="938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3F5AE-770A-BF88-F02D-532A96DF6644}"/>
              </a:ext>
            </a:extLst>
          </p:cNvPr>
          <p:cNvSpPr txBox="1"/>
          <p:nvPr/>
        </p:nvSpPr>
        <p:spPr>
          <a:xfrm>
            <a:off x="4041058" y="329900"/>
            <a:ext cx="540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&lt;≠ div class=“container=&gt;</a:t>
            </a:r>
          </a:p>
        </p:txBody>
      </p:sp>
    </p:spTree>
    <p:extLst>
      <p:ext uri="{BB962C8B-B14F-4D97-AF65-F5344CB8AC3E}">
        <p14:creationId xmlns:p14="http://schemas.microsoft.com/office/powerpoint/2010/main" val="117942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C270-A02D-4CF5-3413-7485CF65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91B2440-CA3B-8014-49BC-8392DCA4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1E70A4-80C3-8D2B-5B61-5F5D0BFD193A}"/>
              </a:ext>
            </a:extLst>
          </p:cNvPr>
          <p:cNvSpPr/>
          <p:nvPr/>
        </p:nvSpPr>
        <p:spPr>
          <a:xfrm>
            <a:off x="147484" y="314633"/>
            <a:ext cx="11779045" cy="6302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10DE0-27D2-1866-8F34-5AF1B572D451}"/>
              </a:ext>
            </a:extLst>
          </p:cNvPr>
          <p:cNvSpPr/>
          <p:nvPr/>
        </p:nvSpPr>
        <p:spPr>
          <a:xfrm>
            <a:off x="294967" y="272528"/>
            <a:ext cx="11533239" cy="21349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3AD13-BA64-3DBA-A7A4-308338608119}"/>
              </a:ext>
            </a:extLst>
          </p:cNvPr>
          <p:cNvSpPr/>
          <p:nvPr/>
        </p:nvSpPr>
        <p:spPr>
          <a:xfrm>
            <a:off x="314634" y="388651"/>
            <a:ext cx="3972232" cy="2556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&lt;div&lt;Vision &amp; Mission&gt;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057B9-D8DD-54E1-49E5-B3F3A44D2773}"/>
              </a:ext>
            </a:extLst>
          </p:cNvPr>
          <p:cNvSpPr/>
          <p:nvPr/>
        </p:nvSpPr>
        <p:spPr>
          <a:xfrm>
            <a:off x="294967" y="2614905"/>
            <a:ext cx="11366090" cy="17934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8AAF49-C3D1-2D0B-3F79-575708BD144A}"/>
              </a:ext>
            </a:extLst>
          </p:cNvPr>
          <p:cNvSpPr/>
          <p:nvPr/>
        </p:nvSpPr>
        <p:spPr>
          <a:xfrm>
            <a:off x="294967" y="4667849"/>
            <a:ext cx="11366090" cy="14379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6E197-6D51-96BB-F7B6-01E8FD33BA60}"/>
              </a:ext>
            </a:extLst>
          </p:cNvPr>
          <p:cNvSpPr/>
          <p:nvPr/>
        </p:nvSpPr>
        <p:spPr>
          <a:xfrm>
            <a:off x="349046" y="2748885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&lt;div&lt;Contact&gt;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08BCA5-B018-1544-17CC-3FDD5D7DA5D3}"/>
              </a:ext>
            </a:extLst>
          </p:cNvPr>
          <p:cNvSpPr/>
          <p:nvPr/>
        </p:nvSpPr>
        <p:spPr>
          <a:xfrm>
            <a:off x="341673" y="5365052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1A2E7A-B26D-7FD1-EB17-5DCD1F05CB29}"/>
              </a:ext>
            </a:extLst>
          </p:cNvPr>
          <p:cNvSpPr/>
          <p:nvPr/>
        </p:nvSpPr>
        <p:spPr>
          <a:xfrm>
            <a:off x="349046" y="5615097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D22B8-894B-04D0-403A-954EFA2E38D2}"/>
              </a:ext>
            </a:extLst>
          </p:cNvPr>
          <p:cNvSpPr/>
          <p:nvPr/>
        </p:nvSpPr>
        <p:spPr>
          <a:xfrm>
            <a:off x="349046" y="5873735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17079-64D7-B5E7-B315-85B8FD19FC1D}"/>
              </a:ext>
            </a:extLst>
          </p:cNvPr>
          <p:cNvSpPr/>
          <p:nvPr/>
        </p:nvSpPr>
        <p:spPr>
          <a:xfrm>
            <a:off x="314633" y="892397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Vision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D5EAF-41A2-191F-1134-73EAC62ADD9C}"/>
              </a:ext>
            </a:extLst>
          </p:cNvPr>
          <p:cNvSpPr/>
          <p:nvPr/>
        </p:nvSpPr>
        <p:spPr>
          <a:xfrm>
            <a:off x="314633" y="1677146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Mission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7F0A5-9CF0-4E48-C18B-4674925AA1C5}"/>
              </a:ext>
            </a:extLst>
          </p:cNvPr>
          <p:cNvSpPr/>
          <p:nvPr/>
        </p:nvSpPr>
        <p:spPr>
          <a:xfrm>
            <a:off x="363793" y="1253866"/>
            <a:ext cx="5555225" cy="964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8F05F9-7048-D2F3-C040-7B539345E9D1}"/>
              </a:ext>
            </a:extLst>
          </p:cNvPr>
          <p:cNvSpPr/>
          <p:nvPr/>
        </p:nvSpPr>
        <p:spPr>
          <a:xfrm>
            <a:off x="349046" y="2228263"/>
            <a:ext cx="6956322" cy="1354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D6220A-D4B6-75FD-24D4-75E6887FDB1D}"/>
              </a:ext>
            </a:extLst>
          </p:cNvPr>
          <p:cNvSpPr/>
          <p:nvPr/>
        </p:nvSpPr>
        <p:spPr>
          <a:xfrm>
            <a:off x="363794" y="2043324"/>
            <a:ext cx="6941574" cy="14371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FF085-85C2-4813-2D33-C6B8A83FE054}"/>
              </a:ext>
            </a:extLst>
          </p:cNvPr>
          <p:cNvSpPr/>
          <p:nvPr/>
        </p:nvSpPr>
        <p:spPr>
          <a:xfrm>
            <a:off x="363793" y="1426683"/>
            <a:ext cx="5555225" cy="964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48310-E96C-629E-7281-FE00F5625EEA}"/>
              </a:ext>
            </a:extLst>
          </p:cNvPr>
          <p:cNvSpPr/>
          <p:nvPr/>
        </p:nvSpPr>
        <p:spPr>
          <a:xfrm>
            <a:off x="363793" y="4803377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&lt;div&lt;Personality&gt;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F62402-9E9F-ED3B-E684-C47641FAB265}"/>
              </a:ext>
            </a:extLst>
          </p:cNvPr>
          <p:cNvSpPr/>
          <p:nvPr/>
        </p:nvSpPr>
        <p:spPr>
          <a:xfrm>
            <a:off x="363793" y="3445361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DE4704-36C0-AD8B-1746-A8EF1792CF5D}"/>
              </a:ext>
            </a:extLst>
          </p:cNvPr>
          <p:cNvSpPr/>
          <p:nvPr/>
        </p:nvSpPr>
        <p:spPr>
          <a:xfrm>
            <a:off x="341673" y="3657858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AA7335-7F9E-FBD5-A18C-80DAADEE9A16}"/>
              </a:ext>
            </a:extLst>
          </p:cNvPr>
          <p:cNvSpPr/>
          <p:nvPr/>
        </p:nvSpPr>
        <p:spPr>
          <a:xfrm>
            <a:off x="349046" y="3910288"/>
            <a:ext cx="3406878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3FFF3-C528-5091-6AFD-63A3AD39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87402EF-EC60-798B-9C19-F6FD5278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A23194-5D42-158C-19A5-35A9AF311F8F}"/>
              </a:ext>
            </a:extLst>
          </p:cNvPr>
          <p:cNvSpPr/>
          <p:nvPr/>
        </p:nvSpPr>
        <p:spPr>
          <a:xfrm>
            <a:off x="147484" y="314633"/>
            <a:ext cx="11779045" cy="6302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5DE22-7EE1-9259-CCC4-EC1F45A587C6}"/>
              </a:ext>
            </a:extLst>
          </p:cNvPr>
          <p:cNvSpPr/>
          <p:nvPr/>
        </p:nvSpPr>
        <p:spPr>
          <a:xfrm>
            <a:off x="250724" y="220627"/>
            <a:ext cx="11533239" cy="21349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D2C0A-C234-409B-705B-6789B78FAB97}"/>
              </a:ext>
            </a:extLst>
          </p:cNvPr>
          <p:cNvSpPr/>
          <p:nvPr/>
        </p:nvSpPr>
        <p:spPr>
          <a:xfrm>
            <a:off x="314634" y="388651"/>
            <a:ext cx="3972232" cy="2556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&lt;div&lt;</a:t>
            </a:r>
            <a:r>
              <a:rPr lang="en-US" sz="1400" dirty="0">
                <a:solidFill>
                  <a:schemeClr val="tx1"/>
                </a:solidFill>
              </a:rPr>
              <a:t>Personal Motto&gt;</a:t>
            </a:r>
          </a:p>
          <a:p>
            <a:br>
              <a:rPr lang="en-US" sz="1600" dirty="0"/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5602A-0214-C5D9-885F-B6532878DD99}"/>
              </a:ext>
            </a:extLst>
          </p:cNvPr>
          <p:cNvSpPr/>
          <p:nvPr/>
        </p:nvSpPr>
        <p:spPr>
          <a:xfrm>
            <a:off x="294967" y="2614905"/>
            <a:ext cx="11366090" cy="17934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D83C2-0548-E54D-F2D1-2825A07647A2}"/>
              </a:ext>
            </a:extLst>
          </p:cNvPr>
          <p:cNvSpPr/>
          <p:nvPr/>
        </p:nvSpPr>
        <p:spPr>
          <a:xfrm>
            <a:off x="294967" y="4667849"/>
            <a:ext cx="11366090" cy="14379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D51744-7DBC-E2A8-A3A1-4E77CD92DD57}"/>
              </a:ext>
            </a:extLst>
          </p:cNvPr>
          <p:cNvSpPr/>
          <p:nvPr/>
        </p:nvSpPr>
        <p:spPr>
          <a:xfrm>
            <a:off x="349046" y="2748885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&lt;div&lt;AI Businesses of 2025&gt;</a:t>
            </a:r>
          </a:p>
          <a:p>
            <a:br>
              <a:rPr lang="en-US" sz="1400" dirty="0"/>
            </a:b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F9ABCD-AF28-15D8-9ED4-BF1AF61D462C}"/>
              </a:ext>
            </a:extLst>
          </p:cNvPr>
          <p:cNvSpPr/>
          <p:nvPr/>
        </p:nvSpPr>
        <p:spPr>
          <a:xfrm flipV="1">
            <a:off x="341672" y="5232525"/>
            <a:ext cx="10562301" cy="1325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62B7F88-C28D-A686-3FA9-FD0E555B507E}"/>
              </a:ext>
            </a:extLst>
          </p:cNvPr>
          <p:cNvSpPr/>
          <p:nvPr/>
        </p:nvSpPr>
        <p:spPr>
          <a:xfrm flipV="1">
            <a:off x="349045" y="5459060"/>
            <a:ext cx="10562301" cy="156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D7B1D5-9CCC-4D09-8D99-85966D345EFF}"/>
              </a:ext>
            </a:extLst>
          </p:cNvPr>
          <p:cNvSpPr/>
          <p:nvPr/>
        </p:nvSpPr>
        <p:spPr>
          <a:xfrm>
            <a:off x="363791" y="5738208"/>
            <a:ext cx="10562301" cy="11201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C88D2-24A0-65AC-4DAB-81531A470267}"/>
              </a:ext>
            </a:extLst>
          </p:cNvPr>
          <p:cNvSpPr/>
          <p:nvPr/>
        </p:nvSpPr>
        <p:spPr>
          <a:xfrm>
            <a:off x="363793" y="1253865"/>
            <a:ext cx="10990007" cy="973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FA8519-8829-4627-D6CB-965F8110B949}"/>
              </a:ext>
            </a:extLst>
          </p:cNvPr>
          <p:cNvSpPr/>
          <p:nvPr/>
        </p:nvSpPr>
        <p:spPr>
          <a:xfrm flipV="1">
            <a:off x="363794" y="1145964"/>
            <a:ext cx="11149780" cy="513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928BD9-36A3-7EDF-1736-58AB0B854D01}"/>
              </a:ext>
            </a:extLst>
          </p:cNvPr>
          <p:cNvSpPr/>
          <p:nvPr/>
        </p:nvSpPr>
        <p:spPr>
          <a:xfrm>
            <a:off x="363793" y="1465451"/>
            <a:ext cx="10990007" cy="5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B8BBE4-6E1D-11D6-95FF-29CCBA421D59}"/>
              </a:ext>
            </a:extLst>
          </p:cNvPr>
          <p:cNvSpPr/>
          <p:nvPr/>
        </p:nvSpPr>
        <p:spPr>
          <a:xfrm>
            <a:off x="363793" y="4803377"/>
            <a:ext cx="3175820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&lt;div&lt;Personal Development&gt;</a:t>
            </a:r>
          </a:p>
          <a:p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20A40-ACBF-E49A-EEB9-C53D89002E5A}"/>
              </a:ext>
            </a:extLst>
          </p:cNvPr>
          <p:cNvSpPr/>
          <p:nvPr/>
        </p:nvSpPr>
        <p:spPr>
          <a:xfrm>
            <a:off x="363793" y="3445361"/>
            <a:ext cx="10196052" cy="132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F2F21C-0EB4-5274-A1A9-911E74DE52CD}"/>
              </a:ext>
            </a:extLst>
          </p:cNvPr>
          <p:cNvSpPr/>
          <p:nvPr/>
        </p:nvSpPr>
        <p:spPr>
          <a:xfrm>
            <a:off x="341673" y="3657858"/>
            <a:ext cx="10218172" cy="170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28F04-CAE7-C51B-67AE-21E9B2BCF0F2}"/>
              </a:ext>
            </a:extLst>
          </p:cNvPr>
          <p:cNvSpPr/>
          <p:nvPr/>
        </p:nvSpPr>
        <p:spPr>
          <a:xfrm>
            <a:off x="349045" y="3910288"/>
            <a:ext cx="10210799" cy="1493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4DAFC-5B50-DD00-74A7-5BCA05F9047D}"/>
              </a:ext>
            </a:extLst>
          </p:cNvPr>
          <p:cNvSpPr/>
          <p:nvPr/>
        </p:nvSpPr>
        <p:spPr>
          <a:xfrm>
            <a:off x="363793" y="1591560"/>
            <a:ext cx="10990007" cy="5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E3E52-05F8-6AB4-13FC-44778303CF37}"/>
              </a:ext>
            </a:extLst>
          </p:cNvPr>
          <p:cNvSpPr/>
          <p:nvPr/>
        </p:nvSpPr>
        <p:spPr>
          <a:xfrm>
            <a:off x="341673" y="1744577"/>
            <a:ext cx="10990007" cy="5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EED567-A94B-3D02-6962-585A741BCDA2}"/>
              </a:ext>
            </a:extLst>
          </p:cNvPr>
          <p:cNvSpPr/>
          <p:nvPr/>
        </p:nvSpPr>
        <p:spPr>
          <a:xfrm>
            <a:off x="341672" y="1919375"/>
            <a:ext cx="10990007" cy="57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9EFE2-9709-5F9A-7DA2-CCB252B259D2}"/>
              </a:ext>
            </a:extLst>
          </p:cNvPr>
          <p:cNvSpPr/>
          <p:nvPr/>
        </p:nvSpPr>
        <p:spPr>
          <a:xfrm>
            <a:off x="363792" y="3244294"/>
            <a:ext cx="10196053" cy="1210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91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53FA-DDCF-3FC7-21B3-6F058139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EA6232A-60CA-321C-4BB1-70DBB463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69409-FABE-EC86-0E05-E849E30414D7}"/>
              </a:ext>
            </a:extLst>
          </p:cNvPr>
          <p:cNvSpPr/>
          <p:nvPr/>
        </p:nvSpPr>
        <p:spPr>
          <a:xfrm>
            <a:off x="147484" y="314633"/>
            <a:ext cx="11779045" cy="6302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A4854E-5C1D-4DF2-5070-5C6DD8A54D48}"/>
              </a:ext>
            </a:extLst>
          </p:cNvPr>
          <p:cNvSpPr txBox="1"/>
          <p:nvPr/>
        </p:nvSpPr>
        <p:spPr>
          <a:xfrm>
            <a:off x="265471" y="5161313"/>
            <a:ext cx="1023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layout uses a centered Flexbox column layout with max-width 1200px.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5032B-D40F-F453-4582-6D2D26AE4892}"/>
              </a:ext>
            </a:extLst>
          </p:cNvPr>
          <p:cNvSpPr/>
          <p:nvPr/>
        </p:nvSpPr>
        <p:spPr>
          <a:xfrm>
            <a:off x="265471" y="466558"/>
            <a:ext cx="11287431" cy="40683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C67B7-BCD2-4AD8-D8A3-ABE2D8A34259}"/>
              </a:ext>
            </a:extLst>
          </p:cNvPr>
          <p:cNvSpPr/>
          <p:nvPr/>
        </p:nvSpPr>
        <p:spPr>
          <a:xfrm>
            <a:off x="363791" y="634172"/>
            <a:ext cx="3972232" cy="2556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&lt;div&lt;</a:t>
            </a:r>
            <a:r>
              <a:rPr lang="en-US" sz="1200" dirty="0" err="1">
                <a:solidFill>
                  <a:schemeClr val="tx1"/>
                </a:solidFill>
              </a:rPr>
              <a:t>Favourite</a:t>
            </a:r>
            <a:r>
              <a:rPr lang="en-US" sz="1200" dirty="0">
                <a:solidFill>
                  <a:schemeClr val="tx1"/>
                </a:solidFill>
              </a:rPr>
              <a:t> Series &amp; Movies&gt;</a:t>
            </a:r>
          </a:p>
          <a:p>
            <a:br>
              <a:rPr lang="en-US" dirty="0"/>
            </a:br>
            <a:br>
              <a:rPr lang="en-US" sz="1600" dirty="0"/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ECD2D4-BAB1-FF59-93DE-412982DB081C}"/>
              </a:ext>
            </a:extLst>
          </p:cNvPr>
          <p:cNvSpPr/>
          <p:nvPr/>
        </p:nvSpPr>
        <p:spPr>
          <a:xfrm>
            <a:off x="363792" y="1238865"/>
            <a:ext cx="3185654" cy="1993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FC1D1A-5AD1-DCAE-2DB6-91D54BAB360C}"/>
              </a:ext>
            </a:extLst>
          </p:cNvPr>
          <p:cNvSpPr/>
          <p:nvPr/>
        </p:nvSpPr>
        <p:spPr>
          <a:xfrm>
            <a:off x="4075469" y="1191091"/>
            <a:ext cx="3603523" cy="1964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B6B1E2-CCF8-E22F-8BD9-C24BFAAB0F2F}"/>
              </a:ext>
            </a:extLst>
          </p:cNvPr>
          <p:cNvSpPr/>
          <p:nvPr/>
        </p:nvSpPr>
        <p:spPr>
          <a:xfrm>
            <a:off x="8052619" y="1238865"/>
            <a:ext cx="3301181" cy="1964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6D924D-5F0B-88BC-200A-D34F3BC1D7C6}"/>
              </a:ext>
            </a:extLst>
          </p:cNvPr>
          <p:cNvSpPr/>
          <p:nvPr/>
        </p:nvSpPr>
        <p:spPr>
          <a:xfrm>
            <a:off x="457199" y="1356528"/>
            <a:ext cx="2236839" cy="19729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The Vampire Diaries</a:t>
            </a:r>
          </a:p>
          <a:p>
            <a:br>
              <a:rPr lang="en-US" dirty="0"/>
            </a:br>
            <a:br>
              <a:rPr lang="en-US" sz="1600" dirty="0"/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EF5D07-2DBD-ED33-91FE-69AED1AFDD0E}"/>
              </a:ext>
            </a:extLst>
          </p:cNvPr>
          <p:cNvSpPr/>
          <p:nvPr/>
        </p:nvSpPr>
        <p:spPr>
          <a:xfrm>
            <a:off x="4136922" y="1398852"/>
            <a:ext cx="1831259" cy="2154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The Notebook</a:t>
            </a:r>
          </a:p>
          <a:p>
            <a:br>
              <a:rPr lang="en-US" dirty="0"/>
            </a:br>
            <a:br>
              <a:rPr lang="en-US" sz="1600" dirty="0"/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F73A74-534E-CD4B-80CD-FB0722B57271}"/>
              </a:ext>
            </a:extLst>
          </p:cNvPr>
          <p:cNvSpPr/>
          <p:nvPr/>
        </p:nvSpPr>
        <p:spPr>
          <a:xfrm>
            <a:off x="8141111" y="1327355"/>
            <a:ext cx="1887792" cy="2556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Me Before You</a:t>
            </a:r>
          </a:p>
          <a:p>
            <a:br>
              <a:rPr lang="en-US" dirty="0"/>
            </a:br>
            <a:br>
              <a:rPr lang="en-US" sz="1600" dirty="0"/>
            </a:b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37F1AA-E953-D84D-738C-EFA1E6568AF8}"/>
              </a:ext>
            </a:extLst>
          </p:cNvPr>
          <p:cNvSpPr/>
          <p:nvPr/>
        </p:nvSpPr>
        <p:spPr>
          <a:xfrm flipV="1">
            <a:off x="392058" y="1863261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4C9862-5148-B617-0EF1-B7D83E2D45DC}"/>
              </a:ext>
            </a:extLst>
          </p:cNvPr>
          <p:cNvSpPr/>
          <p:nvPr/>
        </p:nvSpPr>
        <p:spPr>
          <a:xfrm flipV="1">
            <a:off x="392058" y="2093064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18D9D7-6705-20A0-FB8E-13ED8712C319}"/>
              </a:ext>
            </a:extLst>
          </p:cNvPr>
          <p:cNvSpPr/>
          <p:nvPr/>
        </p:nvSpPr>
        <p:spPr>
          <a:xfrm flipV="1">
            <a:off x="4186083" y="1782937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AC3092-1C51-3ED8-1AAF-F94249969020}"/>
              </a:ext>
            </a:extLst>
          </p:cNvPr>
          <p:cNvSpPr/>
          <p:nvPr/>
        </p:nvSpPr>
        <p:spPr>
          <a:xfrm flipV="1">
            <a:off x="8085796" y="1780781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4853D3-1DD3-BB03-E9B0-5AB7CBD76ED4}"/>
              </a:ext>
            </a:extLst>
          </p:cNvPr>
          <p:cNvSpPr/>
          <p:nvPr/>
        </p:nvSpPr>
        <p:spPr>
          <a:xfrm flipV="1">
            <a:off x="8085796" y="1995918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4D3134-93A5-6C7A-86E7-AABAE40F4D3A}"/>
              </a:ext>
            </a:extLst>
          </p:cNvPr>
          <p:cNvSpPr/>
          <p:nvPr/>
        </p:nvSpPr>
        <p:spPr>
          <a:xfrm flipV="1">
            <a:off x="4186083" y="2035998"/>
            <a:ext cx="2793594" cy="1326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5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C74B-EC34-4C85-7840-C0308B14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828C-259B-F9D1-3180-ADB63096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932" y="1088135"/>
            <a:ext cx="5541264" cy="2923425"/>
          </a:xfrm>
        </p:spPr>
        <p:txBody>
          <a:bodyPr/>
          <a:lstStyle/>
          <a:p>
            <a:r>
              <a:rPr lang="en-US" b="1" dirty="0"/>
              <a:t>MOBILE </a:t>
            </a:r>
            <a:br>
              <a:rPr lang="en-US" b="1" dirty="0"/>
            </a:br>
            <a:r>
              <a:rPr lang="en-US" b="1" dirty="0"/>
              <a:t>STORYBOARD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BACFF-02A1-7E3B-2FDE-5C472DAA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78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598A-23E2-A13C-D083-3FB84B92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D780AEA-419A-18EA-B2EF-7AABBCA0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77342B-4F7C-62E6-04D7-E7673A52875F}"/>
              </a:ext>
            </a:extLst>
          </p:cNvPr>
          <p:cNvSpPr/>
          <p:nvPr/>
        </p:nvSpPr>
        <p:spPr>
          <a:xfrm>
            <a:off x="717754" y="403123"/>
            <a:ext cx="4267199" cy="5953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D51DE-071E-AB67-1F1A-C5B350DCE7EE}"/>
              </a:ext>
            </a:extLst>
          </p:cNvPr>
          <p:cNvSpPr/>
          <p:nvPr/>
        </p:nvSpPr>
        <p:spPr>
          <a:xfrm>
            <a:off x="7207048" y="403123"/>
            <a:ext cx="3989435" cy="5953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E13F9-A9B9-688D-FF47-ACC445B29FF4}"/>
              </a:ext>
            </a:extLst>
          </p:cNvPr>
          <p:cNvSpPr/>
          <p:nvPr/>
        </p:nvSpPr>
        <p:spPr>
          <a:xfrm>
            <a:off x="717754" y="403123"/>
            <a:ext cx="4267200" cy="1179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C15C5A-8401-1CE4-2845-AE9BA68C6E84}"/>
              </a:ext>
            </a:extLst>
          </p:cNvPr>
          <p:cNvSpPr/>
          <p:nvPr/>
        </p:nvSpPr>
        <p:spPr>
          <a:xfrm>
            <a:off x="2394154" y="983226"/>
            <a:ext cx="781665" cy="4621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&lt;div Logo&gt;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F789B-311C-56DF-CCBE-C523D4EB4C6E}"/>
              </a:ext>
            </a:extLst>
          </p:cNvPr>
          <p:cNvSpPr/>
          <p:nvPr/>
        </p:nvSpPr>
        <p:spPr>
          <a:xfrm>
            <a:off x="1877960" y="715449"/>
            <a:ext cx="1838633" cy="2163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&lt;div&lt;header&gt;Name&gt;</a:t>
            </a:r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3CADED-DAF8-5808-0C4C-8DB96BA44249}"/>
              </a:ext>
            </a:extLst>
          </p:cNvPr>
          <p:cNvSpPr txBox="1"/>
          <p:nvPr/>
        </p:nvSpPr>
        <p:spPr>
          <a:xfrm>
            <a:off x="673508" y="1629178"/>
            <a:ext cx="411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&lt;div navbar&gt; </a:t>
            </a:r>
            <a:r>
              <a:rPr lang="en-US" sz="1400" dirty="0" err="1"/>
              <a:t>About|Demographic|Resume|Personality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934190-B90F-227A-5182-29676AE6116A}"/>
              </a:ext>
            </a:extLst>
          </p:cNvPr>
          <p:cNvSpPr/>
          <p:nvPr/>
        </p:nvSpPr>
        <p:spPr>
          <a:xfrm>
            <a:off x="796413" y="4753692"/>
            <a:ext cx="4082846" cy="16026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16C6A5-6930-34F5-5710-E732962A0A76}"/>
              </a:ext>
            </a:extLst>
          </p:cNvPr>
          <p:cNvSpPr/>
          <p:nvPr/>
        </p:nvSpPr>
        <p:spPr>
          <a:xfrm>
            <a:off x="796412" y="2290915"/>
            <a:ext cx="4082845" cy="1808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473251-5145-20DD-CDB8-223D8F9B1C90}"/>
              </a:ext>
            </a:extLst>
          </p:cNvPr>
          <p:cNvSpPr/>
          <p:nvPr/>
        </p:nvSpPr>
        <p:spPr>
          <a:xfrm>
            <a:off x="870155" y="2366557"/>
            <a:ext cx="1361768" cy="1966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&lt;div&lt;About me&gt;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E43B14-78A7-70B2-0B81-AC867A593832}"/>
              </a:ext>
            </a:extLst>
          </p:cNvPr>
          <p:cNvSpPr/>
          <p:nvPr/>
        </p:nvSpPr>
        <p:spPr>
          <a:xfrm>
            <a:off x="2394154" y="2406705"/>
            <a:ext cx="929148" cy="700289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Picture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7B2A1-3CDE-08F3-0DA5-EACEB9ABE536}"/>
              </a:ext>
            </a:extLst>
          </p:cNvPr>
          <p:cNvSpPr/>
          <p:nvPr/>
        </p:nvSpPr>
        <p:spPr>
          <a:xfrm>
            <a:off x="870155" y="3271124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71271E-1DBC-4521-3D36-3925843282FC}"/>
              </a:ext>
            </a:extLst>
          </p:cNvPr>
          <p:cNvSpPr/>
          <p:nvPr/>
        </p:nvSpPr>
        <p:spPr>
          <a:xfrm>
            <a:off x="883673" y="3495368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2653A3-68F1-0433-551E-DF3A838CAACC}"/>
              </a:ext>
            </a:extLst>
          </p:cNvPr>
          <p:cNvSpPr/>
          <p:nvPr/>
        </p:nvSpPr>
        <p:spPr>
          <a:xfrm>
            <a:off x="870155" y="555502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C5B901-2DC6-F499-1832-4CA599348436}"/>
              </a:ext>
            </a:extLst>
          </p:cNvPr>
          <p:cNvSpPr/>
          <p:nvPr/>
        </p:nvSpPr>
        <p:spPr>
          <a:xfrm>
            <a:off x="870155" y="4857697"/>
            <a:ext cx="2984090" cy="22194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&lt;div&lt;Demographic Information&gt;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FC22DB-530E-0253-9743-0A4BCDAC6A2F}"/>
              </a:ext>
            </a:extLst>
          </p:cNvPr>
          <p:cNvSpPr/>
          <p:nvPr/>
        </p:nvSpPr>
        <p:spPr>
          <a:xfrm>
            <a:off x="870155" y="576160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D6D95-BB74-A151-4948-66982052AA87}"/>
              </a:ext>
            </a:extLst>
          </p:cNvPr>
          <p:cNvSpPr/>
          <p:nvPr/>
        </p:nvSpPr>
        <p:spPr>
          <a:xfrm>
            <a:off x="883673" y="596818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03407-2ED6-498A-629B-71EBB1CC5C5C}"/>
              </a:ext>
            </a:extLst>
          </p:cNvPr>
          <p:cNvSpPr/>
          <p:nvPr/>
        </p:nvSpPr>
        <p:spPr>
          <a:xfrm>
            <a:off x="7353298" y="707104"/>
            <a:ext cx="3802625" cy="1688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16B127-A238-F14B-FAC2-3E21948B9562}"/>
              </a:ext>
            </a:extLst>
          </p:cNvPr>
          <p:cNvSpPr/>
          <p:nvPr/>
        </p:nvSpPr>
        <p:spPr>
          <a:xfrm>
            <a:off x="7353299" y="2875140"/>
            <a:ext cx="3802625" cy="1688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D04BC8-72CB-9203-1BE7-213223D3F1F7}"/>
              </a:ext>
            </a:extLst>
          </p:cNvPr>
          <p:cNvSpPr/>
          <p:nvPr/>
        </p:nvSpPr>
        <p:spPr>
          <a:xfrm>
            <a:off x="7353299" y="4848402"/>
            <a:ext cx="3802625" cy="1390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9B2B59-7107-DB3C-11E9-9460D64BF61A}"/>
              </a:ext>
            </a:extLst>
          </p:cNvPr>
          <p:cNvSpPr/>
          <p:nvPr/>
        </p:nvSpPr>
        <p:spPr>
          <a:xfrm>
            <a:off x="7422124" y="786580"/>
            <a:ext cx="2115166" cy="1966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&lt;div&lt;Vision &amp; Mission&gt;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D5A163-BAD3-D851-4EB5-E6B532EEE5B2}"/>
              </a:ext>
            </a:extLst>
          </p:cNvPr>
          <p:cNvSpPr/>
          <p:nvPr/>
        </p:nvSpPr>
        <p:spPr>
          <a:xfrm>
            <a:off x="7422123" y="2998530"/>
            <a:ext cx="1682547" cy="1533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&lt;div&lt;Contact&gt;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AF30C1-A723-0B1F-887E-DC75AC30F84F}"/>
              </a:ext>
            </a:extLst>
          </p:cNvPr>
          <p:cNvSpPr/>
          <p:nvPr/>
        </p:nvSpPr>
        <p:spPr>
          <a:xfrm>
            <a:off x="7422124" y="4953578"/>
            <a:ext cx="2115166" cy="1966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&lt;div&lt;Personality&gt;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09D637-D1EE-3268-6BF5-5E55B17EFB32}"/>
              </a:ext>
            </a:extLst>
          </p:cNvPr>
          <p:cNvSpPr/>
          <p:nvPr/>
        </p:nvSpPr>
        <p:spPr>
          <a:xfrm>
            <a:off x="7422122" y="5390767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F9CC24-4649-A620-3EB7-85BFA78DD96B}"/>
              </a:ext>
            </a:extLst>
          </p:cNvPr>
          <p:cNvSpPr/>
          <p:nvPr/>
        </p:nvSpPr>
        <p:spPr>
          <a:xfrm>
            <a:off x="7422123" y="5632358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8AA0C3-7071-23BE-57FE-34CA1232898F}"/>
              </a:ext>
            </a:extLst>
          </p:cNvPr>
          <p:cNvSpPr/>
          <p:nvPr/>
        </p:nvSpPr>
        <p:spPr>
          <a:xfrm>
            <a:off x="7422124" y="5873167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F70355-3666-8280-803E-3BF48A0D3840}"/>
              </a:ext>
            </a:extLst>
          </p:cNvPr>
          <p:cNvSpPr/>
          <p:nvPr/>
        </p:nvSpPr>
        <p:spPr>
          <a:xfrm>
            <a:off x="7422121" y="3494152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8B9FDA-B1C0-AF56-95F3-E5A9C0D6AB7D}"/>
              </a:ext>
            </a:extLst>
          </p:cNvPr>
          <p:cNvSpPr/>
          <p:nvPr/>
        </p:nvSpPr>
        <p:spPr>
          <a:xfrm>
            <a:off x="7422121" y="3705427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8B6E8D-553F-0BCA-AA5D-F50E3FFBF4F0}"/>
              </a:ext>
            </a:extLst>
          </p:cNvPr>
          <p:cNvSpPr/>
          <p:nvPr/>
        </p:nvSpPr>
        <p:spPr>
          <a:xfrm>
            <a:off x="7417821" y="3847582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CA8580-CE85-1054-D455-B3A4F007FA3A}"/>
              </a:ext>
            </a:extLst>
          </p:cNvPr>
          <p:cNvSpPr/>
          <p:nvPr/>
        </p:nvSpPr>
        <p:spPr>
          <a:xfrm>
            <a:off x="7417820" y="4011336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F4FFDB-F39D-0A8F-6A12-4F0027B46BB3}"/>
              </a:ext>
            </a:extLst>
          </p:cNvPr>
          <p:cNvSpPr/>
          <p:nvPr/>
        </p:nvSpPr>
        <p:spPr>
          <a:xfrm>
            <a:off x="7417821" y="1209233"/>
            <a:ext cx="723290" cy="1058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Mission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7488BF-9721-8985-0A25-17EF514BFECE}"/>
              </a:ext>
            </a:extLst>
          </p:cNvPr>
          <p:cNvSpPr/>
          <p:nvPr/>
        </p:nvSpPr>
        <p:spPr>
          <a:xfrm>
            <a:off x="7417820" y="1888727"/>
            <a:ext cx="723290" cy="1269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Vision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108590C-C006-794E-A990-1AD1F8E197D2}"/>
              </a:ext>
            </a:extLst>
          </p:cNvPr>
          <p:cNvSpPr/>
          <p:nvPr/>
        </p:nvSpPr>
        <p:spPr>
          <a:xfrm>
            <a:off x="7417820" y="1409641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4A6746-E490-8D50-A848-EDD1C0DCD311}"/>
              </a:ext>
            </a:extLst>
          </p:cNvPr>
          <p:cNvSpPr/>
          <p:nvPr/>
        </p:nvSpPr>
        <p:spPr>
          <a:xfrm>
            <a:off x="7417820" y="1630336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2BDED9-473B-3CE6-1989-C4A22138724F}"/>
              </a:ext>
            </a:extLst>
          </p:cNvPr>
          <p:cNvSpPr/>
          <p:nvPr/>
        </p:nvSpPr>
        <p:spPr>
          <a:xfrm>
            <a:off x="7417820" y="2083079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9B43E-7E60-F360-F279-7DA6529EC826}"/>
              </a:ext>
            </a:extLst>
          </p:cNvPr>
          <p:cNvSpPr/>
          <p:nvPr/>
        </p:nvSpPr>
        <p:spPr>
          <a:xfrm>
            <a:off x="717754" y="403123"/>
            <a:ext cx="4267199" cy="1981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&lt;div mobile-container&gt;</a:t>
            </a:r>
          </a:p>
        </p:txBody>
      </p:sp>
    </p:spTree>
    <p:extLst>
      <p:ext uri="{BB962C8B-B14F-4D97-AF65-F5344CB8AC3E}">
        <p14:creationId xmlns:p14="http://schemas.microsoft.com/office/powerpoint/2010/main" val="116186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88016-74D2-9A6C-B58D-5A981C73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86EEB75-FB42-F06A-B41A-F2055838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03AB11-4B58-FD37-8F96-C2CE19985B6E}"/>
              </a:ext>
            </a:extLst>
          </p:cNvPr>
          <p:cNvSpPr/>
          <p:nvPr/>
        </p:nvSpPr>
        <p:spPr>
          <a:xfrm>
            <a:off x="717754" y="403123"/>
            <a:ext cx="4267199" cy="5953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83D547-33B5-28C2-C71B-7B4D19189109}"/>
              </a:ext>
            </a:extLst>
          </p:cNvPr>
          <p:cNvSpPr/>
          <p:nvPr/>
        </p:nvSpPr>
        <p:spPr>
          <a:xfrm>
            <a:off x="7207048" y="403123"/>
            <a:ext cx="3989435" cy="59532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E7AA60-0614-497F-4471-DDAF8770A8D6}"/>
              </a:ext>
            </a:extLst>
          </p:cNvPr>
          <p:cNvSpPr/>
          <p:nvPr/>
        </p:nvSpPr>
        <p:spPr>
          <a:xfrm>
            <a:off x="796412" y="561623"/>
            <a:ext cx="4082845" cy="14540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674032-4B97-96F8-D3F6-A4EA1BDAC596}"/>
              </a:ext>
            </a:extLst>
          </p:cNvPr>
          <p:cNvSpPr/>
          <p:nvPr/>
        </p:nvSpPr>
        <p:spPr>
          <a:xfrm>
            <a:off x="796413" y="4753692"/>
            <a:ext cx="4082846" cy="16026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311E90-E8F4-1F3D-1A9C-92C03D94ECB7}"/>
              </a:ext>
            </a:extLst>
          </p:cNvPr>
          <p:cNvSpPr/>
          <p:nvPr/>
        </p:nvSpPr>
        <p:spPr>
          <a:xfrm>
            <a:off x="796412" y="2290915"/>
            <a:ext cx="4082845" cy="1808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EC5AB3-AD81-E7EE-0137-A06CCCF7CC78}"/>
              </a:ext>
            </a:extLst>
          </p:cNvPr>
          <p:cNvSpPr/>
          <p:nvPr/>
        </p:nvSpPr>
        <p:spPr>
          <a:xfrm>
            <a:off x="883672" y="2392724"/>
            <a:ext cx="2429799" cy="2396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&lt;div&lt;AI Businesses of 2025&gt;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809235-E9C8-DFEA-9C77-939C15C7E07F}"/>
              </a:ext>
            </a:extLst>
          </p:cNvPr>
          <p:cNvSpPr/>
          <p:nvPr/>
        </p:nvSpPr>
        <p:spPr>
          <a:xfrm>
            <a:off x="870155" y="3271124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426DC-D7A8-EB46-36F1-21B314EE432C}"/>
              </a:ext>
            </a:extLst>
          </p:cNvPr>
          <p:cNvSpPr/>
          <p:nvPr/>
        </p:nvSpPr>
        <p:spPr>
          <a:xfrm>
            <a:off x="883673" y="3495368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6624C-BA41-BDD9-532B-DD28DD85C980}"/>
              </a:ext>
            </a:extLst>
          </p:cNvPr>
          <p:cNvSpPr/>
          <p:nvPr/>
        </p:nvSpPr>
        <p:spPr>
          <a:xfrm>
            <a:off x="870155" y="555502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D8AC4-140F-8B6D-9FBA-52EE40DD01ED}"/>
              </a:ext>
            </a:extLst>
          </p:cNvPr>
          <p:cNvSpPr/>
          <p:nvPr/>
        </p:nvSpPr>
        <p:spPr>
          <a:xfrm>
            <a:off x="870155" y="4857697"/>
            <a:ext cx="2984090" cy="22194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&lt;div&lt;Personal Development&gt;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4D391E-5EA5-80C1-C845-3D46CF1A98F9}"/>
              </a:ext>
            </a:extLst>
          </p:cNvPr>
          <p:cNvSpPr/>
          <p:nvPr/>
        </p:nvSpPr>
        <p:spPr>
          <a:xfrm>
            <a:off x="870155" y="576160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E867C3-38E3-EDEB-1E97-6595D2BDC428}"/>
              </a:ext>
            </a:extLst>
          </p:cNvPr>
          <p:cNvSpPr/>
          <p:nvPr/>
        </p:nvSpPr>
        <p:spPr>
          <a:xfrm>
            <a:off x="883673" y="5968181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A0F574-0ECF-7DC7-E8D4-0A7E0C22149E}"/>
              </a:ext>
            </a:extLst>
          </p:cNvPr>
          <p:cNvSpPr/>
          <p:nvPr/>
        </p:nvSpPr>
        <p:spPr>
          <a:xfrm>
            <a:off x="7353298" y="707104"/>
            <a:ext cx="3802625" cy="1688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33FA8A-D5D1-64F4-0BFA-03992E9FDAE7}"/>
              </a:ext>
            </a:extLst>
          </p:cNvPr>
          <p:cNvSpPr/>
          <p:nvPr/>
        </p:nvSpPr>
        <p:spPr>
          <a:xfrm>
            <a:off x="7353299" y="2875140"/>
            <a:ext cx="3802625" cy="16889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5F7AFA-3976-136D-BA81-9B0D606D5E6C}"/>
              </a:ext>
            </a:extLst>
          </p:cNvPr>
          <p:cNvSpPr/>
          <p:nvPr/>
        </p:nvSpPr>
        <p:spPr>
          <a:xfrm>
            <a:off x="7353299" y="4848402"/>
            <a:ext cx="3802625" cy="1390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E4C97E-38DF-97CF-4831-92D8B1FF448F}"/>
              </a:ext>
            </a:extLst>
          </p:cNvPr>
          <p:cNvSpPr/>
          <p:nvPr/>
        </p:nvSpPr>
        <p:spPr>
          <a:xfrm>
            <a:off x="7422124" y="786580"/>
            <a:ext cx="2759176" cy="1652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&lt;div&lt;Favorite Series &amp; Movies&gt;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DAE70C-8F5B-53BE-EC1E-020A74449BC2}"/>
              </a:ext>
            </a:extLst>
          </p:cNvPr>
          <p:cNvSpPr/>
          <p:nvPr/>
        </p:nvSpPr>
        <p:spPr>
          <a:xfrm>
            <a:off x="7422123" y="2998529"/>
            <a:ext cx="1672715" cy="176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The Notebook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1F73CD-7D4B-14E6-4396-F19350162946}"/>
              </a:ext>
            </a:extLst>
          </p:cNvPr>
          <p:cNvSpPr/>
          <p:nvPr/>
        </p:nvSpPr>
        <p:spPr>
          <a:xfrm>
            <a:off x="7422124" y="4953578"/>
            <a:ext cx="2115166" cy="1966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Me Before You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7B6CEB-000C-3E2D-8099-83CD6E97D55C}"/>
              </a:ext>
            </a:extLst>
          </p:cNvPr>
          <p:cNvSpPr/>
          <p:nvPr/>
        </p:nvSpPr>
        <p:spPr>
          <a:xfrm>
            <a:off x="7422122" y="5390767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7C12AF-9F7E-13AE-16F6-BB94DF88FE76}"/>
              </a:ext>
            </a:extLst>
          </p:cNvPr>
          <p:cNvSpPr/>
          <p:nvPr/>
        </p:nvSpPr>
        <p:spPr>
          <a:xfrm>
            <a:off x="7422123" y="5632358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3A8E18-BF91-B814-BB47-5FEA7EAA531A}"/>
              </a:ext>
            </a:extLst>
          </p:cNvPr>
          <p:cNvSpPr/>
          <p:nvPr/>
        </p:nvSpPr>
        <p:spPr>
          <a:xfrm>
            <a:off x="7422124" y="5873167"/>
            <a:ext cx="2272483" cy="1637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F916D9-A222-FC4C-C4C8-CBF2E216BC3E}"/>
              </a:ext>
            </a:extLst>
          </p:cNvPr>
          <p:cNvSpPr/>
          <p:nvPr/>
        </p:nvSpPr>
        <p:spPr>
          <a:xfrm>
            <a:off x="7422121" y="3494152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6C4E62-A174-804B-A330-5E8B497A6B11}"/>
              </a:ext>
            </a:extLst>
          </p:cNvPr>
          <p:cNvSpPr/>
          <p:nvPr/>
        </p:nvSpPr>
        <p:spPr>
          <a:xfrm>
            <a:off x="7422121" y="3705427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03971F-BC2A-8D81-927C-0D9B58C3D4F2}"/>
              </a:ext>
            </a:extLst>
          </p:cNvPr>
          <p:cNvSpPr/>
          <p:nvPr/>
        </p:nvSpPr>
        <p:spPr>
          <a:xfrm>
            <a:off x="7417821" y="3847582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170B81-3D78-8EEA-BECA-B5784CE15F2F}"/>
              </a:ext>
            </a:extLst>
          </p:cNvPr>
          <p:cNvSpPr/>
          <p:nvPr/>
        </p:nvSpPr>
        <p:spPr>
          <a:xfrm>
            <a:off x="7417820" y="4011336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5C2145-3189-6259-1A75-8D3D8231DCBB}"/>
              </a:ext>
            </a:extLst>
          </p:cNvPr>
          <p:cNvSpPr/>
          <p:nvPr/>
        </p:nvSpPr>
        <p:spPr>
          <a:xfrm>
            <a:off x="7417820" y="1106615"/>
            <a:ext cx="2424269" cy="16835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The Vampire Diaries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C09E17-F072-CB8F-4624-70F247808F88}"/>
              </a:ext>
            </a:extLst>
          </p:cNvPr>
          <p:cNvSpPr/>
          <p:nvPr/>
        </p:nvSpPr>
        <p:spPr>
          <a:xfrm>
            <a:off x="7417819" y="1888727"/>
            <a:ext cx="2763481" cy="1058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864015-83D7-68DD-F48E-462F49416770}"/>
              </a:ext>
            </a:extLst>
          </p:cNvPr>
          <p:cNvSpPr/>
          <p:nvPr/>
        </p:nvSpPr>
        <p:spPr>
          <a:xfrm>
            <a:off x="7417820" y="1409641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227811-9929-84B7-C556-A08FD2A3609A}"/>
              </a:ext>
            </a:extLst>
          </p:cNvPr>
          <p:cNvSpPr/>
          <p:nvPr/>
        </p:nvSpPr>
        <p:spPr>
          <a:xfrm>
            <a:off x="7417820" y="1630336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804335-D34F-C09A-1374-84088313BBB2}"/>
              </a:ext>
            </a:extLst>
          </p:cNvPr>
          <p:cNvSpPr/>
          <p:nvPr/>
        </p:nvSpPr>
        <p:spPr>
          <a:xfrm>
            <a:off x="7417820" y="2083079"/>
            <a:ext cx="2763482" cy="1237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2F99D0-60C0-B28D-383C-228BAAFF23DB}"/>
              </a:ext>
            </a:extLst>
          </p:cNvPr>
          <p:cNvSpPr txBox="1"/>
          <p:nvPr/>
        </p:nvSpPr>
        <p:spPr>
          <a:xfrm>
            <a:off x="530942" y="6506902"/>
            <a:ext cx="1130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Mobile layout stacks all sections vertically for readability on smaller screens (min-width: 600px).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003C02-F7C0-1522-8F03-D4CC32318344}"/>
              </a:ext>
            </a:extLst>
          </p:cNvPr>
          <p:cNvSpPr/>
          <p:nvPr/>
        </p:nvSpPr>
        <p:spPr>
          <a:xfrm>
            <a:off x="870154" y="626936"/>
            <a:ext cx="2099187" cy="255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&lt;div&lt;Personal Motto&gt;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E20EB-8848-BAB9-AEA9-6C3877609FA3}"/>
              </a:ext>
            </a:extLst>
          </p:cNvPr>
          <p:cNvSpPr/>
          <p:nvPr/>
        </p:nvSpPr>
        <p:spPr>
          <a:xfrm>
            <a:off x="870155" y="964342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A03F8C-54AA-4533-F55F-B756263725DB}"/>
              </a:ext>
            </a:extLst>
          </p:cNvPr>
          <p:cNvSpPr/>
          <p:nvPr/>
        </p:nvSpPr>
        <p:spPr>
          <a:xfrm>
            <a:off x="870155" y="1183718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9D46A-809C-8F91-A1C4-06B52761AE9A}"/>
              </a:ext>
            </a:extLst>
          </p:cNvPr>
          <p:cNvSpPr/>
          <p:nvPr/>
        </p:nvSpPr>
        <p:spPr>
          <a:xfrm>
            <a:off x="851718" y="1410661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2A444-8613-0A8C-DA0A-E96313DB69D2}"/>
              </a:ext>
            </a:extLst>
          </p:cNvPr>
          <p:cNvSpPr/>
          <p:nvPr/>
        </p:nvSpPr>
        <p:spPr>
          <a:xfrm>
            <a:off x="851718" y="1637604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CF8BE2-7792-BD76-9236-3A77D68B257E}"/>
              </a:ext>
            </a:extLst>
          </p:cNvPr>
          <p:cNvSpPr/>
          <p:nvPr/>
        </p:nvSpPr>
        <p:spPr>
          <a:xfrm>
            <a:off x="883673" y="3089302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F6C806-F86B-5978-00D6-27EC47C29C4D}"/>
              </a:ext>
            </a:extLst>
          </p:cNvPr>
          <p:cNvSpPr/>
          <p:nvPr/>
        </p:nvSpPr>
        <p:spPr>
          <a:xfrm>
            <a:off x="883673" y="2892847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2ED226-3071-E96D-0F69-81DFC306561E}"/>
              </a:ext>
            </a:extLst>
          </p:cNvPr>
          <p:cNvSpPr/>
          <p:nvPr/>
        </p:nvSpPr>
        <p:spPr>
          <a:xfrm>
            <a:off x="909484" y="3718464"/>
            <a:ext cx="3908322" cy="15787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A3B759-0A11-4247-97CC-0AAE413BDDF0}"/>
              </a:ext>
            </a:extLst>
          </p:cNvPr>
          <p:cNvSpPr/>
          <p:nvPr/>
        </p:nvSpPr>
        <p:spPr>
          <a:xfrm>
            <a:off x="870155" y="5334775"/>
            <a:ext cx="2984090" cy="1378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2B7A01-4D31-E21D-60A3-3CDA20E3635F}"/>
              </a:ext>
            </a:extLst>
          </p:cNvPr>
          <p:cNvSpPr/>
          <p:nvPr/>
        </p:nvSpPr>
        <p:spPr>
          <a:xfrm>
            <a:off x="7417819" y="3343880"/>
            <a:ext cx="2115169" cy="1113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00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5957-1232-81A8-3472-4FBD4476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2648-5F63-7F53-3730-F3B147E8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5" y="2002536"/>
            <a:ext cx="6317029" cy="2707116"/>
          </a:xfrm>
        </p:spPr>
        <p:txBody>
          <a:bodyPr>
            <a:normAutofit/>
          </a:bodyPr>
          <a:lstStyle/>
          <a:p>
            <a:r>
              <a:rPr lang="en-US" sz="5400" b="1" dirty="0"/>
              <a:t>WEBSITE</a:t>
            </a:r>
            <a:br>
              <a:rPr lang="en-US" sz="5400" b="1" dirty="0"/>
            </a:br>
            <a:r>
              <a:rPr lang="en-US" sz="5400" b="1" dirty="0"/>
              <a:t>COLOR </a:t>
            </a:r>
            <a:br>
              <a:rPr lang="en-US" sz="5400" b="1" dirty="0"/>
            </a:br>
            <a:r>
              <a:rPr lang="en-US" sz="5400" b="1" dirty="0"/>
              <a:t>PALETTE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46970-A8A6-35F7-36F5-41CABA55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51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33BB-F28A-F87F-EC64-5CA20B49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40D9B-DCAE-C9B1-A674-F998E41F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6F1B43-BCFA-129A-B03F-0DB988D1C343}"/>
              </a:ext>
            </a:extLst>
          </p:cNvPr>
          <p:cNvSpPr/>
          <p:nvPr/>
        </p:nvSpPr>
        <p:spPr>
          <a:xfrm>
            <a:off x="324465" y="432619"/>
            <a:ext cx="11690554" cy="5923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A09F9-7D3C-5E5E-91CB-74FB025F5CFF}"/>
              </a:ext>
            </a:extLst>
          </p:cNvPr>
          <p:cNvSpPr/>
          <p:nvPr/>
        </p:nvSpPr>
        <p:spPr>
          <a:xfrm>
            <a:off x="324464" y="1091381"/>
            <a:ext cx="5486401" cy="526496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– Navy Blue</a:t>
            </a:r>
            <a:br>
              <a:rPr lang="en-US" dirty="0"/>
            </a:br>
            <a:r>
              <a:rPr lang="en-US" dirty="0"/>
              <a:t>HEX: #1F3A5F</a:t>
            </a:r>
            <a:br>
              <a:rPr lang="en-US" dirty="0"/>
            </a:br>
            <a:r>
              <a:rPr lang="en-US" dirty="0"/>
              <a:t>RGB: 31, 58, 95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97400-82F3-A15C-78E0-99955E9D7340}"/>
              </a:ext>
            </a:extLst>
          </p:cNvPr>
          <p:cNvSpPr/>
          <p:nvPr/>
        </p:nvSpPr>
        <p:spPr>
          <a:xfrm>
            <a:off x="5810866" y="1091380"/>
            <a:ext cx="6204154" cy="163235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Secondary – Light Grey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HEX: #DCE3EC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RGB: 220, 227, 236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B61F6-5EF4-04E5-45A0-91EB12379A09}"/>
              </a:ext>
            </a:extLst>
          </p:cNvPr>
          <p:cNvSpPr/>
          <p:nvPr/>
        </p:nvSpPr>
        <p:spPr>
          <a:xfrm>
            <a:off x="5810866" y="2743200"/>
            <a:ext cx="6204154" cy="196645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Accent – Red</a:t>
            </a:r>
            <a:br>
              <a:rPr lang="en-US" dirty="0"/>
            </a:br>
            <a:r>
              <a:rPr lang="en-US" dirty="0"/>
              <a:t>HEX: #E63946</a:t>
            </a:r>
            <a:br>
              <a:rPr lang="en-US" dirty="0"/>
            </a:br>
            <a:r>
              <a:rPr lang="en-US" dirty="0"/>
              <a:t>RGB: 230, 57, 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DABFB-7CDE-A64C-1333-4BF50770C88C}"/>
              </a:ext>
            </a:extLst>
          </p:cNvPr>
          <p:cNvSpPr/>
          <p:nvPr/>
        </p:nvSpPr>
        <p:spPr>
          <a:xfrm>
            <a:off x="5810865" y="4709652"/>
            <a:ext cx="6204153" cy="16661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Background – White</a:t>
            </a:r>
          </a:p>
          <a:p>
            <a:r>
              <a:rPr lang="en-US" dirty="0">
                <a:solidFill>
                  <a:schemeClr val="tx1"/>
                </a:solidFill>
              </a:rPr>
              <a:t>HEX: #FFFFFF</a:t>
            </a:r>
          </a:p>
          <a:p>
            <a:r>
              <a:rPr lang="en-US" dirty="0">
                <a:solidFill>
                  <a:schemeClr val="tx1"/>
                </a:solidFill>
              </a:rPr>
              <a:t>RGB: 255, 255, 255</a:t>
            </a:r>
          </a:p>
        </p:txBody>
      </p:sp>
    </p:spTree>
    <p:extLst>
      <p:ext uri="{BB962C8B-B14F-4D97-AF65-F5344CB8AC3E}">
        <p14:creationId xmlns:p14="http://schemas.microsoft.com/office/powerpoint/2010/main" val="259091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BFDA-21B2-3EB5-2B83-FAFFFAF8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AE6C-FF87-87E4-6317-EFD211B6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FONT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1BD52-FE28-77B4-7763-8A68A391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37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ABE10-E7E2-258B-228D-B60071F7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F23328-F06F-BF3E-6160-CCE290A6A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311546"/>
              </p:ext>
            </p:extLst>
          </p:nvPr>
        </p:nvGraphicFramePr>
        <p:xfrm>
          <a:off x="565355" y="237884"/>
          <a:ext cx="11061289" cy="5927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1289">
                  <a:extLst>
                    <a:ext uri="{9D8B030D-6E8A-4147-A177-3AD203B41FA5}">
                      <a16:colId xmlns:a16="http://schemas.microsoft.com/office/drawing/2014/main" val="3327448775"/>
                    </a:ext>
                  </a:extLst>
                </a:gridCol>
              </a:tblGrid>
              <a:tr h="777739">
                <a:tc>
                  <a:txBody>
                    <a:bodyPr/>
                    <a:lstStyle/>
                    <a:p>
                      <a:r>
                        <a:rPr lang="en-US" b="1" dirty="0"/>
                        <a:t>HEADING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020410"/>
                  </a:ext>
                </a:extLst>
              </a:tr>
              <a:tr h="777739">
                <a:tc>
                  <a:txBody>
                    <a:bodyPr/>
                    <a:lstStyle/>
                    <a:p>
                      <a:r>
                        <a:rPr lang="en-US" b="0" dirty="0"/>
                        <a:t>Font: Segoe UI, Size: 32px, Weight: 700 (Bold)</a:t>
                      </a:r>
                      <a:br>
                        <a:rPr lang="en-US" b="0" dirty="0"/>
                      </a:br>
                      <a:r>
                        <a:rPr lang="en-US" b="0" dirty="0"/>
                        <a:t>Usage: Website name / Main page headings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852527"/>
                  </a:ext>
                </a:extLst>
              </a:tr>
              <a:tr h="586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HEADING 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4115"/>
                  </a:ext>
                </a:extLst>
              </a:tr>
              <a:tr h="777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Font: Segoe UI, Size: 24px, Weight: 600 (Semi-Bold)</a:t>
                      </a:r>
                      <a:br>
                        <a:rPr lang="en-US" b="0" dirty="0"/>
                      </a:br>
                      <a:r>
                        <a:rPr lang="en-US" b="0" dirty="0"/>
                        <a:t>Usage: About, Demographics, Resume, Contact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023196"/>
                  </a:ext>
                </a:extLst>
              </a:tr>
              <a:tr h="6833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HEADING 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065521"/>
                  </a:ext>
                </a:extLst>
              </a:tr>
              <a:tr h="777739">
                <a:tc>
                  <a:txBody>
                    <a:bodyPr/>
                    <a:lstStyle/>
                    <a:p>
                      <a:r>
                        <a:rPr lang="en-US" b="0" dirty="0"/>
                        <a:t>Font: Segoe UI, Size: 18px, Weight: 600 (Semi-Bold)</a:t>
                      </a:r>
                      <a:br>
                        <a:rPr lang="en-US" b="0" dirty="0"/>
                      </a:br>
                      <a:r>
                        <a:rPr lang="en-US" b="0" dirty="0"/>
                        <a:t>Usage: Vision Statement, Mission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307309"/>
                  </a:ext>
                </a:extLst>
              </a:tr>
              <a:tr h="579112">
                <a:tc>
                  <a:txBody>
                    <a:bodyPr/>
                    <a:lstStyle/>
                    <a:p>
                      <a:r>
                        <a:rPr lang="en-US" b="1" dirty="0"/>
                        <a:t>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206035"/>
                  </a:ext>
                </a:extLst>
              </a:tr>
              <a:tr h="777739">
                <a:tc>
                  <a:txBody>
                    <a:bodyPr/>
                    <a:lstStyle/>
                    <a:p>
                      <a:r>
                        <a:rPr lang="en-US" b="0" dirty="0"/>
                        <a:t>Font: Segoe UI, Size: 16px, Weight: 400 (Regular), Line Height: 1.7</a:t>
                      </a:r>
                      <a:br>
                        <a:rPr lang="en-US" b="0" dirty="0"/>
                      </a:br>
                      <a:r>
                        <a:rPr lang="en-US" b="0" dirty="0"/>
                        <a:t>Usage: Paragraphs and 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55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52721-F0F6-511F-C08C-8DAADD045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B24B-258E-74D6-2C9F-C12C20E3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/>
              <a:t>IMAGES</a:t>
            </a:r>
            <a:r>
              <a:rPr lang="en-US" b="1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8B34E-BB09-425F-2689-C8C99DFF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505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E09E9-7009-7511-3ED2-D6F7940E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B793B-7E3F-EA31-91F8-C1AC4316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 descr="A person with braided hair&#10;&#10;AI-generated content may be incorrect.">
            <a:extLst>
              <a:ext uri="{FF2B5EF4-FFF2-40B4-BE49-F238E27FC236}">
                <a16:creationId xmlns:a16="http://schemas.microsoft.com/office/drawing/2014/main" id="{CB99C2FB-553D-221D-4BC0-1ECACDB3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19" y="157364"/>
            <a:ext cx="3980454" cy="39779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A8AE0C-B05A-0656-5F1C-A0365136F60D}"/>
              </a:ext>
            </a:extLst>
          </p:cNvPr>
          <p:cNvSpPr txBox="1"/>
          <p:nvPr/>
        </p:nvSpPr>
        <p:spPr>
          <a:xfrm>
            <a:off x="403123" y="4277032"/>
            <a:ext cx="560438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 Width: 180px</a:t>
            </a:r>
          </a:p>
          <a:p>
            <a:r>
              <a:rPr lang="en-US" sz="2000" dirty="0"/>
              <a:t> Max-width: 180px</a:t>
            </a:r>
          </a:p>
          <a:p>
            <a:r>
              <a:rPr lang="en-US" sz="2000" dirty="0"/>
              <a:t> Height: auto</a:t>
            </a:r>
          </a:p>
          <a:p>
            <a:r>
              <a:rPr lang="en-US" sz="2000" dirty="0"/>
              <a:t> Border-radius: 50%</a:t>
            </a:r>
          </a:p>
          <a:p>
            <a:r>
              <a:rPr lang="en-US" sz="2000" dirty="0"/>
              <a:t> Display: block</a:t>
            </a:r>
          </a:p>
          <a:p>
            <a:r>
              <a:rPr lang="en-US" sz="2000" dirty="0"/>
              <a:t> Margin: 20px auto</a:t>
            </a:r>
          </a:p>
          <a:p>
            <a:endParaRPr lang="en-US" dirty="0"/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354795D2-8537-B781-80FC-55C363618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702" y="157364"/>
            <a:ext cx="4286865" cy="4009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0A0708-CEF9-C759-02AC-E030205AE727}"/>
              </a:ext>
            </a:extLst>
          </p:cNvPr>
          <p:cNvSpPr txBox="1"/>
          <p:nvPr/>
        </p:nvSpPr>
        <p:spPr>
          <a:xfrm>
            <a:off x="6184492" y="4277032"/>
            <a:ext cx="243368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Width: 110px</a:t>
            </a:r>
          </a:p>
          <a:p>
            <a:r>
              <a:rPr lang="en-US" sz="2000" dirty="0"/>
              <a:t>Height: auto</a:t>
            </a:r>
          </a:p>
          <a:p>
            <a:r>
              <a:rPr lang="en-US" sz="2000" dirty="0"/>
              <a:t>Display: block</a:t>
            </a:r>
          </a:p>
          <a:p>
            <a:r>
              <a:rPr lang="en-US" sz="2000" dirty="0"/>
              <a:t>Margin: 10px auto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0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900E8-7138-4CF7-7E9E-FBB3E7D5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8603-A5DB-1EC4-79F9-8A85C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i="0" dirty="0"/>
              <a:t>REPOSITORY &amp; HOSTING</a:t>
            </a:r>
            <a:br>
              <a:rPr lang="en-US" b="1" i="0" dirty="0"/>
            </a:br>
            <a:r>
              <a:rPr lang="en-US" sz="6000" b="1" dirty="0"/>
              <a:t> LINK</a:t>
            </a:r>
            <a:r>
              <a:rPr lang="en-US" b="1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A4EF8-133A-7797-E487-672858F7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33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EAC0-258C-8104-41E5-8366B859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322C1-A15E-6679-E5CC-8C3DC976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54306-4E82-5498-AD30-CE859CC7D714}"/>
              </a:ext>
            </a:extLst>
          </p:cNvPr>
          <p:cNvSpPr txBox="1"/>
          <p:nvPr/>
        </p:nvSpPr>
        <p:spPr>
          <a:xfrm>
            <a:off x="408039" y="706591"/>
            <a:ext cx="11375921" cy="1666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lnSpc>
                <a:spcPct val="200000"/>
              </a:lnSpc>
            </a:pPr>
            <a:r>
              <a:rPr lang="en-US" b="1" dirty="0"/>
              <a:t>Repository link: </a:t>
            </a:r>
            <a:r>
              <a:rPr lang="en-US" dirty="0">
                <a:hlinkClick r:id="rId2"/>
              </a:rPr>
              <a:t>https://github.com/shardechiggins/IA1_Web_Programming</a:t>
            </a:r>
            <a:endParaRPr lang="en-US" dirty="0"/>
          </a:p>
          <a:p>
            <a:pPr indent="-457200">
              <a:lnSpc>
                <a:spcPct val="200000"/>
              </a:lnSpc>
            </a:pPr>
            <a:endParaRPr lang="en-US" dirty="0"/>
          </a:p>
          <a:p>
            <a:pPr indent="-457200">
              <a:lnSpc>
                <a:spcPct val="200000"/>
              </a:lnSpc>
            </a:pPr>
            <a:r>
              <a:rPr lang="en-US" b="1" dirty="0"/>
              <a:t>Hosting</a:t>
            </a:r>
            <a:r>
              <a:rPr lang="en-US" dirty="0"/>
              <a:t> </a:t>
            </a:r>
            <a:r>
              <a:rPr lang="en-US" b="1" dirty="0"/>
              <a:t>link: </a:t>
            </a:r>
            <a:r>
              <a:rPr lang="en-US" dirty="0">
                <a:hlinkClick r:id="rId3"/>
              </a:rPr>
              <a:t>https://shardechiggins.github.io/IA1_Web_Programming/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30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9F3D4-7C50-9F09-A968-0AFE9C99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0C91-D4F0-2A2D-C1F1-38EE1F49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/>
              <a:t>REFERENCES</a:t>
            </a:r>
            <a:r>
              <a:rPr lang="en-US" b="1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80A5C-7242-CA11-FF72-C3C21B28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69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83AB3-A4D3-B85C-03FB-0C2D95AD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5FEF0-F413-0131-3C0A-CFDCFBFA126F}"/>
              </a:ext>
            </a:extLst>
          </p:cNvPr>
          <p:cNvSpPr txBox="1"/>
          <p:nvPr/>
        </p:nvSpPr>
        <p:spPr>
          <a:xfrm>
            <a:off x="408039" y="706591"/>
            <a:ext cx="11375921" cy="3329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P. (2024, October 27).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profitable AI business ideas in 2026.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Blog.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https://clickup.com/blog/ai-business-ideas/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Rohn, J., &amp; Widener, C. (2005).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Twelve pillars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Jim Rohn International &amp; Chris Widener International. (pp. 43–80) </a:t>
            </a:r>
          </a:p>
          <a:p>
            <a:pPr indent="457200">
              <a:lnSpc>
                <a:spcPct val="200000"/>
              </a:lnSpc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W3Schools.com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(n.d.).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https://www.w3schools.com/html/default.asp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200000"/>
              </a:lnSpc>
            </a:pPr>
            <a:endParaRPr lang="en-US" dirty="0"/>
          </a:p>
          <a:p>
            <a:pPr indent="-457200">
              <a:lnSpc>
                <a:spcPct val="200000"/>
              </a:lnSpc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1662244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Brush presentation</Template>
  <TotalTime>635</TotalTime>
  <Words>611</Words>
  <Application>Microsoft Office PowerPoint</Application>
  <PresentationFormat>Widescreen</PresentationFormat>
  <Paragraphs>134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Elephant</vt:lpstr>
      <vt:lpstr>Times New Roman</vt:lpstr>
      <vt:lpstr>Brush</vt:lpstr>
      <vt:lpstr>MY STORYBOARD</vt:lpstr>
      <vt:lpstr>DESKTOP STORYBOARD</vt:lpstr>
      <vt:lpstr>PowerPoint Presentation</vt:lpstr>
      <vt:lpstr>PowerPoint Presentation</vt:lpstr>
      <vt:lpstr>PowerPoint Presentation</vt:lpstr>
      <vt:lpstr>PowerPoint Presentation</vt:lpstr>
      <vt:lpstr>MOBILE  STORYBOARD</vt:lpstr>
      <vt:lpstr>PowerPoint Presentation</vt:lpstr>
      <vt:lpstr>PowerPoint Presentation</vt:lpstr>
      <vt:lpstr>WEBSITE COLOR  PALETTE</vt:lpstr>
      <vt:lpstr>PowerPoint Presentation</vt:lpstr>
      <vt:lpstr>FONT</vt:lpstr>
      <vt:lpstr>PowerPoint Presentation</vt:lpstr>
      <vt:lpstr>IMAGES </vt:lpstr>
      <vt:lpstr>PowerPoint Presentation</vt:lpstr>
      <vt:lpstr>REPOSITORY &amp; HOSTING  LINK </vt:lpstr>
      <vt:lpstr>PowerPoint Presentation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Sharde Higgins</dc:creator>
  <cp:lastModifiedBy>Sharde Higgins</cp:lastModifiedBy>
  <cp:revision>6</cp:revision>
  <dcterms:created xsi:type="dcterms:W3CDTF">2026-02-22T01:46:47Z</dcterms:created>
  <dcterms:modified xsi:type="dcterms:W3CDTF">2026-02-25T04:31:28Z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